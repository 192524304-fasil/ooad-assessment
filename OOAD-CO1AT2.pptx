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64" r:id="rId2"/>
    <p:sldId id="257" r:id="rId3"/>
    <p:sldId id="259" r:id="rId4"/>
    <p:sldId id="260" r:id="rId5"/>
    <p:sldId id="261" r:id="rId6"/>
    <p:sldId id="262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876" y="-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1718-741B-45D6-B588-764BE5B286CB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56E1A-1B25-497C-AA1D-0648EDAB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070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236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549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786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2673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5003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406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882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7084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367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3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3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4410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C207A-16DE-45A7-BC18-2B906181044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9E0B3-0A80-4D59-B873-CDBFD349B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46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28" y="286089"/>
            <a:ext cx="11704965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19226" y="1744325"/>
            <a:ext cx="100293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Applying Encapsulation and </a:t>
            </a:r>
            <a:r>
              <a:rPr lang="en-US" sz="4000" b="1" dirty="0" smtClean="0"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Abstraction </a:t>
            </a:r>
            <a:r>
              <a:rPr lang="en-US" sz="4000" b="1" dirty="0"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in Online Banking System Design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8972" y="4484914"/>
            <a:ext cx="32076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Gudie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By:</a:t>
            </a:r>
          </a:p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Dr.A.Gayathri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26743" y="4329479"/>
            <a:ext cx="70241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Mohamed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Fasil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Hak.M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(192524304)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397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The online banking system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 digital platform handling sensitive financial operations at scale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banking_ppt/exchan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4003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Fund transfer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Moving money securely between accounts</a:t>
            </a:r>
            <a:endParaRPr lang="en-US" sz="12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2402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banking_ppt/walle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24003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Account management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709160" y="35204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Balances, profiles, and account settings</a:t>
            </a:r>
            <a:endParaRPr lang="en-US" sz="12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229600" y="19202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4F7FD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9640" y="22402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banking_ppt/histor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660" y="24003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Transaction tracking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549640" y="35204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Logging and auditing every activity</a:t>
            </a:r>
            <a:endParaRPr lang="en-US" sz="12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2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8622792" y="1737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622792" y="2331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22792" y="42062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7269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161848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Controls access through methods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2960" y="194767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getBalance(), withdraw() enforce rules before any change is applied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278892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6700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Prevents unauthorized modification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2960" y="299923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No external code can directly set balance = 999999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6903720" cy="2148840"/>
          </a:xfrm>
          <a:prstGeom prst="roundRect">
            <a:avLst>
              <a:gd name="adj" fmla="val 4255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Protected data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22960" y="4480560"/>
            <a:ext cx="6400800" cy="1508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Times New Roman" pitchFamily="18" charset="0"/>
                <a:ea typeface="Courier New" pitchFamily="34" charset="-122"/>
                <a:cs typeface="Times New Roman" pitchFamily="18" charset="0"/>
              </a:rPr>
              <a:t>class Account {
  private double balance;
  public boolean withdraw(double amt) {...}
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3028" y="594580"/>
            <a:ext cx="2531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Encapulation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Comparing their roles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Two complementary principles, two different jobs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703320" cy="594360"/>
          </a:xfrm>
          <a:prstGeom prst="roundRect">
            <a:avLst>
              <a:gd name="adj" fmla="val 12308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Aspect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434840" y="1874520"/>
            <a:ext cx="37033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18745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Abstraction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321040" y="1874520"/>
            <a:ext cx="3776472" cy="594360"/>
          </a:xfrm>
          <a:prstGeom prst="roundRect">
            <a:avLst>
              <a:gd name="adj" fmla="val 12308"/>
            </a:avLst>
          </a:prstGeom>
          <a:solidFill>
            <a:srgbClr val="3A4B9E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1874520"/>
            <a:ext cx="3776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Encapsulation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37033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4203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Focus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34840" y="2542032"/>
            <a:ext cx="37033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542032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What an object does (design level)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21040" y="2542032"/>
            <a:ext cx="377647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2542032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How data is protected (implementation level)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70332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040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Goal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434840" y="3200400"/>
            <a:ext cx="370332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200400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Reduce complexity for the user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321040" y="3200400"/>
            <a:ext cx="3776472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3200400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Restrict direct access to internal data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3858768"/>
            <a:ext cx="37033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85876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Mechanism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434840" y="3858768"/>
            <a:ext cx="37033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85876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Abstract classes, interfaces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321040" y="3858768"/>
            <a:ext cx="377647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3858768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Access modifiers (private, public)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4517136"/>
            <a:ext cx="370332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51713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Banking example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34840" y="4517136"/>
            <a:ext cx="370332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4517136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Account interface hides transfer logic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321040" y="4517136"/>
            <a:ext cx="3776472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4517136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balance field hidden behind getBalance()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175504"/>
            <a:ext cx="37033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17550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Protects against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434840" y="5175504"/>
            <a:ext cx="370332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5175504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Overexposure of implementation detail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321040" y="5175504"/>
            <a:ext cx="377647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5175504"/>
            <a:ext cx="3502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Unauthorized or accidental data change</a:t>
            </a:r>
            <a:endParaRPr lang="en-US" sz="11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5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Protecting sensitive data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How both principles work together to secure financial information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402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banking_ppt/eyeslash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4003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Data hiding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35204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Private fields like balance and PIN are inaccessible from outside the class, closing the door to direct tampering.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2402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banking_ppt/key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24003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Controlled access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709160" y="35204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Public methods validate every request — a withdrawal checks funds and limits before touching the balance.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229600" y="192024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9640" y="22402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banking_ppt/usershiel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660" y="24003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Reduced attack surface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549640" y="35204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Abstraction exposes only the operations a caller needs, so internal logic and structures stay invisible.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6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Simplifying system </a:t>
            </a:r>
            <a:r>
              <a:rPr lang="en-US" sz="32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complexity: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Customer view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303580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Sees a simple form: enter amount, choose account, confirm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090672" y="2926080"/>
            <a:ext cx="265176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21945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</a:t>
            </a:r>
            <a:r>
              <a:rPr lang="en-US" sz="135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interface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20440" y="303580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Account defines transferFunds() as an abstract contract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25312" y="2926080"/>
            <a:ext cx="265176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21945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accounts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5080" y="303580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SavingsAccount, CurrentAccount implement the details their own way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759952" y="2926080"/>
            <a:ext cx="265176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219456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F4F7FD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72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9720" y="2651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Internal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89720" y="303580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Ledger, fraud checks, and notifications run behind the interface, unseen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F4F7F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279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Why it matters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2960" y="461772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5A6B9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•  New account types can be added without changing the code that calls transferFunds()
•  Internal implementation can change (e.g. new fraud engine) without breaking the interface
•  Developers reason about one layer at a time instead of the whole system at once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9257" y="653143"/>
            <a:ext cx="42962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Conclusion: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9257" y="1378857"/>
            <a:ext cx="1000034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/>
              <a:t>Abstraction manages complexity — by exposing only the essential interface (like </a:t>
            </a:r>
            <a:r>
              <a:rPr lang="en-US" sz="2200" dirty="0" smtClean="0"/>
              <a:t>transfer Funds</a:t>
            </a:r>
            <a:r>
              <a:rPr lang="en-US" sz="2200" dirty="0"/>
              <a:t>()) to users and other modules, hiding internal logic.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Encapsulation protects sensitive data — by restricting access to account balances, PINs, and transaction records through private fields and controlled methods.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Together they reduce the attack surface — since sensitive operations and data can only be reached through a narrow, validated set of methods, never directly.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They enable secure evolution of the system — new account types or features can be added, and internal logic can change, without breaking existing code that depends on the interface.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They improve long-term maintainability — developers can reason about one layer at a time, making the system easier to test, debug, and extend as the bank's services </a:t>
            </a:r>
            <a:r>
              <a:rPr lang="en-US" sz="2200" dirty="0" smtClean="0"/>
              <a:t>grow.</a:t>
            </a:r>
          </a:p>
          <a:p>
            <a:endParaRPr lang="en-US" sz="2200" dirty="0" smtClean="0"/>
          </a:p>
          <a:p>
            <a:pPr marL="342900" indent="-342900">
              <a:buFont typeface="+mj-lt"/>
              <a:buAutoNum type="arabicPeriod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85621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37</TotalTime>
  <Words>470</Words>
  <Application>Microsoft Office PowerPoint</Application>
  <PresentationFormat>Custom</PresentationFormat>
  <Paragraphs>80</Paragraphs>
  <Slides>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5</cp:revision>
  <dcterms:created xsi:type="dcterms:W3CDTF">2026-07-27T04:20:14Z</dcterms:created>
  <dcterms:modified xsi:type="dcterms:W3CDTF">2026-07-27T05:02:02Z</dcterms:modified>
</cp:coreProperties>
</file>